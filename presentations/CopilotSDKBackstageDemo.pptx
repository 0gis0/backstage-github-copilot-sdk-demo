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07" d="100"/>
          <a:sy n="207" d="100"/>
        </p:scale>
        <p:origin x="12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9729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0GiS0/backstage-github-copilot-sdk-dem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3" name="Shape 1"/>
          <p:cNvSpPr/>
          <p:nvPr/>
        </p:nvSpPr>
        <p:spPr>
          <a:xfrm>
            <a:off x="8412480" y="-1097280"/>
            <a:ext cx="5486400" cy="5486400"/>
          </a:xfrm>
          <a:prstGeom prst="ellipse">
            <a:avLst/>
          </a:prstGeom>
          <a:solidFill>
            <a:srgbClr val="2F81F7">
              <a:alpha val="12000"/>
            </a:srgbClr>
          </a:solidFill>
          <a:ln w="12700">
            <a:solidFill>
              <a:srgbClr val="2F81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4" name="Shape 2"/>
          <p:cNvSpPr/>
          <p:nvPr/>
        </p:nvSpPr>
        <p:spPr>
          <a:xfrm>
            <a:off x="-2011680" y="4754880"/>
            <a:ext cx="5669280" cy="5669280"/>
          </a:xfrm>
          <a:prstGeom prst="ellipse">
            <a:avLst/>
          </a:prstGeom>
          <a:solidFill>
            <a:srgbClr val="2DA44E">
              <a:alpha val="10000"/>
            </a:srgbClr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F81F7"/>
          </a:solidFill>
          <a:ln w="12700">
            <a:solidFill>
              <a:srgbClr val="2F81F7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6" name="Text 4"/>
          <p:cNvSpPr/>
          <p:nvPr/>
        </p:nvSpPr>
        <p:spPr>
          <a:xfrm>
            <a:off x="82296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Backstage + GitHub Copilot SDK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1298448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catalog-aware AI assistant for self-service engineering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8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impact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33172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81F7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10" name="Shape 8"/>
          <p:cNvSpPr/>
          <p:nvPr/>
        </p:nvSpPr>
        <p:spPr>
          <a:xfrm>
            <a:off x="1051560" y="2578608"/>
            <a:ext cx="530352" cy="530352"/>
          </a:xfrm>
          <a:prstGeom prst="ellipse">
            <a:avLst/>
          </a:prstGeom>
          <a:solidFill>
            <a:srgbClr val="2F81F7"/>
          </a:solidFill>
          <a:ln w="12700">
            <a:solidFill>
              <a:srgbClr val="2F81F7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1" name="Text 9"/>
          <p:cNvSpPr/>
          <p:nvPr/>
        </p:nvSpPr>
        <p:spPr>
          <a:xfrm>
            <a:off x="1051560" y="263347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🚀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91640" y="249631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developer onboarding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280720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GB" sz="1200" b="1" dirty="0"/>
              <a:t>Answers grounded in your Backstage </a:t>
            </a:r>
            <a:r>
              <a:rPr lang="en-GB" sz="1200" b="1" dirty="0" err="1"/>
              <a:t>catalog</a:t>
            </a:r>
            <a:br>
              <a:rPr lang="en-GB" sz="1200" dirty="0"/>
            </a:br>
            <a:r>
              <a:rPr lang="en-GB" sz="1200" dirty="0"/>
              <a:t>Ownership • Service metadata • Docs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6616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DA44E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15" name="Shape 13"/>
          <p:cNvSpPr/>
          <p:nvPr/>
        </p:nvSpPr>
        <p:spPr>
          <a:xfrm>
            <a:off x="1051560" y="3813048"/>
            <a:ext cx="530352" cy="530352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6" name="Text 14"/>
          <p:cNvSpPr/>
          <p:nvPr/>
        </p:nvSpPr>
        <p:spPr>
          <a:xfrm>
            <a:off x="1051560" y="386791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💬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373075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context-switching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04164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in Backstage and trigger actions via MCP tools — without leaving the portal.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10607040" cy="10241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4155"/>
            </a:solidFill>
            <a:prstDash val="solid"/>
          </a:ln>
          <a:effectLst>
            <a:outerShdw blurRad="76200" dist="508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ES"/>
          </a:p>
        </p:txBody>
      </p:sp>
      <p:sp>
        <p:nvSpPr>
          <p:cNvPr id="20" name="Shape 18"/>
          <p:cNvSpPr/>
          <p:nvPr/>
        </p:nvSpPr>
        <p:spPr>
          <a:xfrm>
            <a:off x="1051560" y="5047488"/>
            <a:ext cx="530352" cy="53035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21" name="Text 19"/>
          <p:cNvSpPr/>
          <p:nvPr/>
        </p:nvSpPr>
        <p:spPr>
          <a:xfrm>
            <a:off x="1051560" y="509320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ES" sz="2400" dirty="0"/>
              <a:t>🛡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91640" y="4965192"/>
            <a:ext cx="9418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Enterprise-ready AI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91640" y="5276088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toolsets, auditability, and Responsible AI guardrails for enterprise use.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6172200"/>
            <a:ext cx="10607040" cy="411480"/>
          </a:xfrm>
          <a:prstGeom prst="roundRect">
            <a:avLst/>
          </a:prstGeom>
          <a:solidFill>
            <a:srgbClr val="111C33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25" name="Text 23"/>
          <p:cNvSpPr/>
          <p:nvPr/>
        </p:nvSpPr>
        <p:spPr>
          <a:xfrm>
            <a:off x="1051560" y="624535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A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repo: </a:t>
            </a:r>
            <a:r>
              <a:rPr lang="en-US" sz="1300" dirty="0">
                <a:solidFill>
                  <a:srgbClr val="2DA44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https://github.com/0GiS0/backstage-github-copilot-sdk-demo</a:t>
            </a:r>
            <a:r>
              <a:rPr lang="en-US" sz="1300" dirty="0">
                <a:solidFill>
                  <a:srgbClr val="2DA4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18" y="2514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Backstage + Copilot SDK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98318" y="2708833"/>
            <a:ext cx="1920240" cy="1097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5" name="Text 3"/>
          <p:cNvSpPr/>
          <p:nvPr/>
        </p:nvSpPr>
        <p:spPr>
          <a:xfrm>
            <a:off x="681198" y="2845993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ES" sz="1400" dirty="0"/>
              <a:t>👤 </a:t>
            </a: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1198" y="3211753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Backstage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1438" y="2480233"/>
            <a:ext cx="2834640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8" name="Text 6"/>
          <p:cNvSpPr/>
          <p:nvPr/>
        </p:nvSpPr>
        <p:spPr>
          <a:xfrm>
            <a:off x="2784318" y="2617393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🎙️ Backstage Portal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84318" y="2983153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 UI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(Backstage plugin)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0398" y="2068753"/>
            <a:ext cx="3566160" cy="2377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1" name="Text 9"/>
          <p:cNvSpPr/>
          <p:nvPr/>
        </p:nvSpPr>
        <p:spPr>
          <a:xfrm>
            <a:off x="5893278" y="2205913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ES" sz="1400" dirty="0"/>
              <a:t>🤖 </a:t>
            </a: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SDK implementation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93278" y="2663113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GB" sz="1100" dirty="0"/>
              <a:t>Backstage expert agent</a:t>
            </a:r>
          </a:p>
          <a:p>
            <a:pPr>
              <a:lnSpc>
                <a:spcPct val="150000"/>
              </a:lnSpc>
            </a:pPr>
            <a:r>
              <a:rPr lang="en-GB" sz="1100" dirty="0"/>
              <a:t>GitHub MCP server</a:t>
            </a:r>
          </a:p>
          <a:p>
            <a:pPr>
              <a:lnSpc>
                <a:spcPct val="150000"/>
              </a:lnSpc>
            </a:pPr>
            <a:r>
              <a:rPr lang="en-GB" sz="1100" dirty="0"/>
              <a:t>Backstage MCP server</a:t>
            </a:r>
          </a:p>
          <a:p>
            <a:pPr>
              <a:lnSpc>
                <a:spcPct val="150000"/>
              </a:lnSpc>
            </a:pPr>
            <a:r>
              <a:rPr lang="en-GB" sz="1100" dirty="0"/>
              <a:t>Custom tools (</a:t>
            </a:r>
            <a:r>
              <a:rPr lang="en-GB" sz="1100" dirty="0" err="1"/>
              <a:t>catalog</a:t>
            </a:r>
            <a:r>
              <a:rPr lang="en-GB" sz="1100" dirty="0"/>
              <a:t>, templates)</a:t>
            </a:r>
          </a:p>
        </p:txBody>
      </p:sp>
      <p:sp>
        <p:nvSpPr>
          <p:cNvPr id="13" name="Shape 11"/>
          <p:cNvSpPr/>
          <p:nvPr/>
        </p:nvSpPr>
        <p:spPr>
          <a:xfrm>
            <a:off x="9642318" y="2708833"/>
            <a:ext cx="2011680" cy="1097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14" name="Text 12"/>
          <p:cNvSpPr/>
          <p:nvPr/>
        </p:nvSpPr>
        <p:spPr>
          <a:xfrm>
            <a:off x="9825198" y="2845993"/>
            <a:ext cx="17585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ES" sz="1400" dirty="0"/>
              <a:t>✨ </a:t>
            </a: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25198" y="3211753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runtime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18558" y="3257473"/>
            <a:ext cx="18288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17" name="Shape 15"/>
          <p:cNvSpPr/>
          <p:nvPr/>
        </p:nvSpPr>
        <p:spPr>
          <a:xfrm>
            <a:off x="5436078" y="3257473"/>
            <a:ext cx="27432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18" name="Shape 16"/>
          <p:cNvSpPr/>
          <p:nvPr/>
        </p:nvSpPr>
        <p:spPr>
          <a:xfrm>
            <a:off x="9276558" y="3257473"/>
            <a:ext cx="365760" cy="914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ES"/>
          </a:p>
        </p:txBody>
      </p:sp>
      <p:sp>
        <p:nvSpPr>
          <p:cNvPr id="22" name="Shape 20"/>
          <p:cNvSpPr/>
          <p:nvPr/>
        </p:nvSpPr>
        <p:spPr>
          <a:xfrm>
            <a:off x="731520" y="6126480"/>
            <a:ext cx="11155680" cy="48006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ES"/>
          </a:p>
        </p:txBody>
      </p:sp>
      <p:sp>
        <p:nvSpPr>
          <p:cNvPr id="23" name="Text 21"/>
          <p:cNvSpPr/>
          <p:nvPr/>
        </p:nvSpPr>
        <p:spPr>
          <a:xfrm>
            <a:off x="935572" y="6217920"/>
            <a:ext cx="10698480" cy="2880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note: </a:t>
            </a:r>
            <a:r>
              <a:rPr lang="en-GB" sz="1100" dirty="0"/>
              <a:t>Backstage GitHub OAuth login is reused for Copilot SDK sessions.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140</Words>
  <Application>Microsoft Macintosh PowerPoint</Application>
  <PresentationFormat>Widescreen</PresentationFormat>
  <Paragraphs>31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Backstage + Copilot SDK demo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Business value + architecture</dc:subject>
  <dc:creator>GitHub Copilot SDK Enterprise Challenge</dc:creator>
  <cp:lastModifiedBy>Gisela Torres</cp:lastModifiedBy>
  <cp:revision>6</cp:revision>
  <dcterms:created xsi:type="dcterms:W3CDTF">2026-03-06T21:56:42Z</dcterms:created>
  <dcterms:modified xsi:type="dcterms:W3CDTF">2026-03-06T22:11:39Z</dcterms:modified>
</cp:coreProperties>
</file>