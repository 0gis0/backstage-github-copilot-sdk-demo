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2F81F7">
              <a:alpha val="12000"/>
            </a:srgbClr>
          </a:solidFill>
          <a:ln w="12700">
            <a:solidFill>
              <a:srgbClr val="2F81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011680" y="4754880"/>
            <a:ext cx="5669280" cy="5669280"/>
          </a:xfrm>
          <a:prstGeom prst="ellipse">
            <a:avLst/>
          </a:prstGeom>
          <a:solidFill>
            <a:srgbClr val="2DA44E">
              <a:alpha val="10000"/>
            </a:srgbClr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 + GitHub Copilot SDK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Catalog-aware DevEx assistant for self-service engineering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060704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1F7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2578608"/>
            <a:ext cx="530352" cy="530352"/>
          </a:xfrm>
          <a:prstGeom prst="ellipse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603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49631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80720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grounded in Backstage Catalog context (ownership, service metadata, docs).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1060704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813048"/>
            <a:ext cx="530352" cy="53035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794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73075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context-switching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04164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 Backstage and trigger actions via GitHub MCP tools — without leaving the portal.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800600"/>
            <a:ext cx="1060704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5047488"/>
            <a:ext cx="530352" cy="53035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029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96519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delivery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27608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toolsets, auditability, and Responsible AI guardrails for enterprise use.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6172200"/>
            <a:ext cx="10607040" cy="41148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624535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https://github.com/0GiS0/backstage-github-copilot-sdk-demo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662940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SDK Enterprise Challenge • 1–2 slides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flow (left → right): User → Backstage Portal (Chat) → Copilot SDK implementation → GitHub Copilot   •   Repo: https://github.com/0GiS0/backstage-github-copilot-sdk-demo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2148840"/>
            <a:ext cx="2834640" cy="1554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 Portal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651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(Backstage plugin)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737360"/>
            <a:ext cx="3566160" cy="2377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SDK implementation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2402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agent: Backstage expert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 server: 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 server: Backstage internal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tools (catalog, templates, etc.)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2377440"/>
            <a:ext cx="2011680" cy="1097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runtime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926080"/>
            <a:ext cx="18288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0" y="2926080"/>
            <a:ext cx="27432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26880" y="2926080"/>
            <a:ext cx="36576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87452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calls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5852160"/>
            <a:ext cx="1115568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9618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note: Backstage GitHub OAuth login is reused to authenticate Copilot SDK sessions, enabling a seamless sign-in experience.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Backstage + Copilot SDK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Business value + architecture</dc:subject>
  <dc:creator>GitHub Copilot SDK Enterprise Challenge</dc:creator>
  <cp:lastModifiedBy>GitHub Copilot SDK Enterprise Challenge</cp:lastModifiedBy>
  <cp:revision>1</cp:revision>
  <dcterms:created xsi:type="dcterms:W3CDTF">2026-03-06T21:56:42Z</dcterms:created>
  <dcterms:modified xsi:type="dcterms:W3CDTF">2026-03-06T21:56:42Z</dcterms:modified>
</cp:coreProperties>
</file>